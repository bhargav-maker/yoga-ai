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548640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🏆 SUB-DIVISIONAL 1ST PLACE WINNER → DISTRICT LEVEL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Yoga AI: Poddar Yogis</a:t>
            </a:r>
          </a:p>
          <a:p>
            <a:pPr>
              <a:spcBef>
                <a:spcPts val="800"/>
              </a:spcBef>
              <a:defRPr sz="2100" b="1">
                <a:solidFill>
                  <a:srgbClr val="0EA5E9"/>
                </a:solidFill>
              </a:defRPr>
            </a:pPr>
            <a:r>
              <a:t>Clinical-Grade Biomechanical Posture Coach &amp; Private Edge AI Trainer</a:t>
            </a:r>
          </a:p>
          <a:p>
            <a:pPr>
              <a:spcBef>
                <a:spcPts val="600"/>
              </a:spcBef>
              <a:defRPr sz="1400">
                <a:solidFill>
                  <a:srgbClr val="CBD5E1"/>
                </a:solidFill>
              </a:defRPr>
            </a:pPr>
            <a:r>
              <a:t>Real-Time MoveNet Keypoint Estimation • Anti-Cheating Kinematic Gates • 100% In-Browser &amp; Offline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10698480" cy="237744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TEAM: Poddar Yogis  |  DEVELOPER: Bhargav  |  REPOSITORY: github.com/bhargav-maker/yoga-ai</a:t>
            </a:r>
          </a:p>
          <a:p>
            <a:pPr>
              <a:spcBef>
                <a:spcPts val="800"/>
              </a:spcBef>
              <a:defRPr sz="1300">
                <a:solidFill>
                  <a:srgbClr val="10B981"/>
                </a:solidFill>
              </a:defRPr>
            </a:pPr>
            <a:r>
              <a:t>Tech Stack: React 18 • TensorFlow.js • MoveNet Lightning • IndexedDB • Web Speech API • HTML5 Canvas</a:t>
            </a:r>
          </a:p>
          <a:p>
            <a:pPr>
              <a:spcBef>
                <a:spcPts val="600"/>
              </a:spcBef>
              <a:defRPr sz="1300">
                <a:solidFill>
                  <a:srgbClr val="0EA5E9"/>
                </a:solidFill>
              </a:defRPr>
            </a:pPr>
            <a:r>
              <a:t>Core Innovations: 100% On-Device Biometric Privacy • Zero Cloud Latency (&lt;15ms) • Smart Anti-Cheat Geometry</a:t>
            </a:r>
          </a:p>
          <a:p>
            <a:pPr>
              <a:spcBef>
                <a:spcPts val="600"/>
              </a:spcBef>
              <a:defRPr sz="1300" b="1">
                <a:solidFill>
                  <a:srgbClr val="A855F7"/>
                </a:solidFill>
              </a:defRPr>
            </a:pPr>
            <a:r>
              <a:t>Live Local Demo URL: http://localhost:3000 (Fully offline production build)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Purpose, Clinical Vision &amp; Presentation Agenda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📋 10-Slide Exhibition Journey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1. Clinical Vision: Bringing zero-cost, private posture correction to every household, school, and rural center.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2. Anti-Cheating Technology: Eliminating false positives through strict geometric angle and distance gating.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3. Real-Time Ergonomics: Live 30-60 FPS skeleton tracking, soft-tinted scrollbars, and side-by-side pose guides.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4. Hands-Free Convenience: 10-second auto-closing diagnostic scorecard that auto-persists records to IndexedDB.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5. Longitudinal Analytics: Interactive SVG performance trend charts tracking stability, accuracy, and hold times.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6. Winning Live Demo: A 3-step proof sequence designed specifically for district judge evaluation.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463040"/>
            <a:ext cx="448056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🎯 Mission &amp; Impact Objectives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Eliminates the risk of acute yoga injuries caused by unsupervised solo workouts.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100% on-device edge execution guarantees student biometric video never leaves the computer.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Sub-15ms feedback loop provides instant auditory corrections before strain develops.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Zero ongoing infrastructure or cloud API cost ensures indefinite scalability.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Problem: Hidden Dangers of Solitary Yoga Practice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F4444"/>
                </a:solidFill>
              </a:defRPr>
            </a:pPr>
            <a:r>
              <a:t>⚠️ High Injury Rates in Solo Practice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Over 60% of solitary yoga practitioners suffer neck, spinal, or knee strains.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Practitioners cannot view a mirror while balancing or twisting without twisting spine.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Without guidance, bad posture is reinforced into permanent muscle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💸 Financial &amp; Geographic Inaccessibility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Personal certified yoga therapists charge $50–$100/hr, unaffordable for common families.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Rural educational institutions lack access to qualified yoga instructors.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Over 70% of beginners give up solo routines due to a lack of feedback.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19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855F7"/>
                </a:solidFill>
              </a:defRPr>
            </a:pPr>
            <a:r>
              <a:t>🔒 Cloud Privacy Violations &amp; Latency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Commercial AI apps upload live camera streams to remote servers, violating privacy.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Cloud network latency (300ms–800ms) produces choppy, delayed posture corrections.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High bandwidth requirements cause total failure in rural or offline venues.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977639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160519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📺 The Fatal Flaw of YouTube Videos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Pre-recorded video tutorials provide zero real-time posture feedback.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Users unknowingly cheat poses (unjoined hands, hyper-extended knees, false balance).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Creates a false sense of accomplishment while spinal alignment remains flawed.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7 Breakthrough Engineering Solutions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🛡️ Core Kinematics &amp; Vision Upgrades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1. Anti-Cheating Hand &amp; Leg Gates: Hands must be in prayer/overhead; one straight standing leg and one elevated foot required.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2. Natural Biomechanical Tolerances: Relaxed thresholds (wrist distance &lt;65% torso, knee bend &gt;130°) so real human postures score smoothly.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3. Anatomically Continuous Skeleton: Explicit anatomical joint binding (hips to knees to ankles) with green/amber/red color status.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4. Side-by-Side Reference Studio: Target pose reference photo is positioned cleanly next to camera stream across all screen sizes.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✨ Diagnostics, UI &amp; Offline Data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5. True Stillness Tracking: Center-of-Gravity variance only monitors while in active target pose, ending false 'still' reports.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6. 10-Second Auto-Closing Modal: Displays post-pose diagnostic scorecard with countdown progress bar, pause-on-hover, and auto-dismiss.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7. Full Scrollability &amp; Offline Analytics: Soft-tinted custom scrollbars, always-visible dual SVG charts, and JSON data export.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Mathematical Formulations &amp; Smart Kinematic Tolerance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📐 1. Vector Joint Angle Formulation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Calculates 2D joint angle θ at vertex B formed by limbs BA and BC: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θ = arccos( (u • v) / (||u|| * ||v||) )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where u = A - B and v = C - B; evaluated directly in degrees.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Monitors elbow extension, knee flexion, hip abduction, and shoulder alignment.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🌊 2. EMA Keypoint Jitter Smoothing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Eliminates high-frequency webcam sensor jitter via Exponential Moving Average: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S(t) = α * Y(t) + (1 - α) * S(t-1)   where α = 0.65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Yields stable skeleton positions without perceptible lag.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Prevents false angle fluctuation during stationary balance holding.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19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⚖️ 3. Center-of-Gravity (CoG) Spatial Variance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Measures micro-movements across a rolling 15-frame window: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σ² = (1/N) * Σ ||CoG(i) - mean(CoG)||²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When user wobbles excessively, the posture hold timer pauses safely.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Gated strictly: only operates when a user is actively performing the pose.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977639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160519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855F7"/>
                </a:solidFill>
              </a:defRPr>
            </a:pPr>
            <a:r>
              <a:t>📏 4. Scale &amp; Distance Invariance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Normalizes coordinate space relative to practitioner's physical torso size: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Torso Length = ||Shoulders_Center - Hips_Center||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Allows identical evaluation whether user is 1.5m or 3.5m away from webcam.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Accommodates children, adults, and different body builds automatically.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7 Supported Classical Asanas &amp; Biomechanical Targets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🧘 Standing &amp; Balance Poses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Tree Pose (Vrikshasana): Hands joined in prayer/overhead (&lt;65% torso); one straight leg (&gt;130°) and one elevated foot. Strengthens balance.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Chair Pose (Utkatasana): Bilateral knees flexed parallel between 75° and 145°; arms raised along ears. Builds quadriceps and core strength.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Warrior Pose (Virabhadrasana): Lunge with front knee bent (65°-135°), rear leg extended (&gt;135°); torso centered. Opens hips and chest.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Downward Dog (Adho Mukha): Inverted 'V' shape; hips apex at highest point; arms and hamstrings extended. Calms nervous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🧘 Floor, Prone &amp; Inversion Poses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Cobra Pose (Bhujangasana): Chest lifted &gt;20° above hips; soft micro-bend in elbows to prevent spinal impingement. Decompresses lumbar discs.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Shoulderstand (Sarvangasana): Full body inversion; hips and legs vertically stacked above shoulders. Stimulates thyroid and circulation.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Triangle Pose (Trikonasana): Lateral spinal hinge; arms in 180° vertical vector; leading knee protected against lockout. Lengthens hamstrings.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Clean Studio UI &amp; 10-Second Diagnostic Scorecard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🧘 Ergonomic Studio UI Design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Responsive Studio Stage: Flexbox layout displays webcam feed (640x480) and target pose illustration side-by-side on all screens.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HUD Overlays: Floating semi-transparent cards report real-time 'Pose Time: X.X s' and 'Best: X.X s' without obscuring the user.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Continuous Anatomy: Green bones when aligned, Orange warnings on deviations, and Red alerts on hyperextension risks.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Sub-15ms Latency: MoveNet Lightning runs locally at 30-60 FPS with zero video transmission outside the device.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⏱️ 10-Second Auto-Closing Modal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Hands-Free Auto-Dismiss: Closes automatically in 10s if untouched, returning practitioner to the selection menu without keyboard reach.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Hover &amp; Touch Hold: Touching the screen or hovering the mouse immediately pauses countdown to allow comfortable reading.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Always-Scrollable: Modal body is scrollable with custom soft-tinted scrollbars, eliminating clipping on laptops and tablets.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Auto-Save Guarantee: Comprehensive session metrics (stability, accuracy, hold time) auto-persist to IndexedDB even on auto-close.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IndexedDB Analytics &amp; Dual Performance Charts (/progress)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2918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834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🗄️ 100% Offline Database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Uses browser IndexedDB ('YogaAIDB', store 'sessions').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Zero cloud server subscriptions or ongoing data fees.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Stores full workout telemetry locally on the client machine.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Guarantees 100% biometric privacy: images and data never leave device.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463040"/>
            <a:ext cx="32918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645920"/>
            <a:ext cx="2834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📊 Always-Visible Dual Charts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Dual Performance Chart: Seamlessly renders dual Bar &amp; Line SVG visualization.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Line curve illustrates stability trajectory while bars display posture score.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Always displays target baseline data even on brand-new installations.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Styled with soft-tinted emerald-cyan scrollbars for smooth vertical scrolling.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63040"/>
            <a:ext cx="32918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645920"/>
            <a:ext cx="2834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855F7"/>
                </a:solidFill>
              </a:defRPr>
            </a:pPr>
            <a:r>
              <a:t>📥 One-Click JSON Export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Judges and doctors can click 'Export JSON Report 📥'.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Exports full chronological workout history as structured JSON.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Enables clinical audits, physical therapy tracking, and competition reviews.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Clear History button allows live reset between judge demonstrations.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District Competition: Key Judge Defenses &amp; FAQ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Q: How do you prevent posture cheating?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Dual-Engine Verification: Deep learning neural network probability (&gt;0.70) is cross-checked with strict geometric constraints.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Hands must be joined in prayer/overhead (&lt;65% torso); standing leg straight (&gt;130°) and folded foot elevated off floor.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Incorrect attempts are strictly rejected from accumulating hold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Q: Why client-side MoveNet over Cloud APIs?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Sub-15ms latency (30-60 FPS) provides instantaneous auditory and visual biofeedback.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100% privacy: no webcam video or biometric coordinates ever travel over the internet.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Operates with zero internet connectivity in rural schools or exhibition centers.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19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F4444"/>
                </a:solidFill>
              </a:defRPr>
            </a:pPr>
            <a:r>
              <a:t>Q: How does the AI protect joints from injury?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Models physiological range-of-motion limits for hinge joints (knees and elbows).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Detects hyperextension (&gt;177°) and alerts the practitioner with pulsing red joints.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Offline voice coach instructs users to soften joints and maintain micro-bends.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977639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160519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855F7"/>
                </a:solidFill>
              </a:defRPr>
            </a:pPr>
            <a:r>
              <a:t>Q: How does this compare to commercial fitness apps?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100% free and open-source ($0 vs $30-$80/month for Apple Fitness or Peloton).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No specialized depth cameras or wearable sensors needed; works with standard webcams.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True biomechanical clinical accuracy rather than superficial movement gamification.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0B981"/>
                </a:solidFill>
              </a:defRPr>
            </a:pPr>
            <a:r>
              <a:t>Thank You! Ready for Live Exhibition Demonstration 🧘‍♂️</a:t>
            </a:r>
          </a:p>
          <a:p>
            <a:pPr>
              <a:spcBef>
                <a:spcPts val="600"/>
              </a:spcBef>
              <a:defRPr sz="1700" b="1">
                <a:solidFill>
                  <a:srgbClr val="0EA5E9"/>
                </a:solidFill>
              </a:defRPr>
            </a:pPr>
            <a:r>
              <a:t>Live Production URL: http://localhost:3000  •  Click to Open Live Studio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10698480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</a:defRPr>
            </a:pPr>
            <a:r>
              <a:t>Winning 3-Step Live Demonstration Protocol for Judges:</a:t>
            </a:r>
          </a:p>
          <a:p>
            <a:pPr>
              <a:defRPr sz="1400" b="1">
                <a:solidFill>
                  <a:srgbClr val="10B981"/>
                </a:solidFill>
              </a:defRPr>
            </a:pPr>
            <a:r>
              <a:t>Step 1: Anti-Cheat &amp; True Pose Verification Demo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   • Select Tree Pose. Deliberately keep hands apart or kick leg backward → demonstrate that the AI strictly rejects the pose.</a:t>
            </a:r>
            <a:br/>
            <a:r>
              <a:t>   • Join hands and lift foot into proper form → skeleton illuminates emerald green, hold timer begins accumulating.</a:t>
            </a:r>
          </a:p>
          <a:p>
            <a:pPr>
              <a:defRPr sz="1400" b="1">
                <a:solidFill>
                  <a:srgbClr val="0EA5E9"/>
                </a:solidFill>
              </a:defRPr>
            </a:pPr>
            <a:r>
              <a:t>Step 2: 10-Second Auto-Closing Modal &amp; Soft Scrollability Demo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   • Click 'Stop Pose'. Observe the 10-second countdown bar. Hover mouse over the card to pause countdown, scroll smoothly with soft-tinted scrollbars, or let it close hands-free.</a:t>
            </a:r>
          </a:p>
          <a:p>
            <a:pPr>
              <a:defRPr sz="1400" b="1">
                <a:solidFill>
                  <a:srgbClr val="A855F7"/>
                </a:solidFill>
              </a:defRPr>
            </a:pPr>
            <a:r>
              <a:t>Step 3: Biomechanical Analytics &amp; JSON Export Demo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 • Navigate to /progress. Inspect the dual SVG performance chart showing stability trajectory and posture scores. Click 'Export JSON Report 📥' to download raw clinical audit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