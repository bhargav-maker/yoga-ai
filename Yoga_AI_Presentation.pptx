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://localhost:3000" TargetMode="External"/><Relationship Id="rId3" Type="http://schemas.openxmlformats.org/officeDocument/2006/relationships/hyperlink" Target="https://github.com/bhargav-maker/yoga-ai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://localhost:3000" TargetMode="External"/><Relationship Id="rId3" Type="http://schemas.openxmlformats.org/officeDocument/2006/relationships/hyperlink" Target="https://github.com/bhargav-maker/yoga-ai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1188720"/>
            <a:ext cx="3291840" cy="411480"/>
          </a:xfrm>
          <a:prstGeom prst="roundRect">
            <a:avLst/>
          </a:prstGeom>
          <a:solidFill>
            <a:srgbClr val="1E293B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0B981"/>
                </a:solidFill>
              </a:defRPr>
            </a:pPr>
            <a:r>
              <a:t>BIOMECHANICAL WELLNESS TECH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83080"/>
            <a:ext cx="10698480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600" b="1">
                <a:solidFill>
                  <a:srgbClr val="FFFFFF"/>
                </a:solidFill>
              </a:defRPr>
            </a:pPr>
            <a:r>
              <a:t>Yoga AI: Poddar Yogis</a:t>
            </a:r>
          </a:p>
          <a:p>
            <a:pPr>
              <a:spcBef>
                <a:spcPts val="1000"/>
              </a:spcBef>
              <a:defRPr sz="2000">
                <a:solidFill>
                  <a:srgbClr val="0EA5E9"/>
                </a:solidFill>
              </a:defRPr>
            </a:pPr>
            <a:r>
              <a:t>Next-Gen Intelligent Biomechanical AI Trainer with Real-Time Vision &amp; Voice Coaching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297680"/>
            <a:ext cx="10698480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94A3B8"/>
                </a:solidFill>
              </a:defRPr>
            </a:pPr>
            <a:r>
              <a:t>Presented by: Bhargav &amp; Team  |  District Science Exhibition 2026</a:t>
            </a:r>
          </a:p>
          <a:p>
            <a:pPr>
              <a:spcBef>
                <a:spcPts val="1200"/>
              </a:spcBef>
            </a:pPr>
            <a:r>
              <a:rPr sz="1500" b="1">
                <a:solidFill>
                  <a:srgbClr val="FFFFFF"/>
                </a:solidFill>
              </a:rPr>
              <a:t>🌐 Launch Application: </a:t>
            </a:r>
            <a:r>
              <a:rPr sz="1500" b="1" u="sng">
                <a:solidFill>
                  <a:srgbClr val="0EA5E9"/>
                </a:solidFill>
                <a:hlinkClick r:id="rId2"/>
              </a:rPr>
              <a:t>http://localhost:3000</a:t>
            </a:r>
          </a:p>
          <a:p>
            <a:pPr>
              <a:spcBef>
                <a:spcPts val="600"/>
              </a:spcBef>
            </a:pPr>
            <a:r>
              <a:rPr sz="1500" b="1">
                <a:solidFill>
                  <a:srgbClr val="FFFFFF"/>
                </a:solidFill>
              </a:rPr>
              <a:t>📂 Open Source Repository: </a:t>
            </a:r>
            <a:r>
              <a:rPr sz="1500" b="1" u="sng">
                <a:solidFill>
                  <a:srgbClr val="10B981"/>
                </a:solidFill>
                <a:hlinkClick r:id="rId3"/>
              </a:rPr>
              <a:t>https://github.com/bhargav-maker/yoga-ai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YOGA AI • EXHIBITION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The Challenge: Safe, Guided Home Yoga Practice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2918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920240"/>
            <a:ext cx="2743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EF4444"/>
                </a:solidFill>
              </a:defRPr>
            </a:pPr>
            <a:r>
              <a:t>1. Incorrect Form &amp; Injury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</a:defRPr>
            </a:pPr>
            <a:r>
              <a:t>• Performing asanas without supervision causes chronic spine, knee, and neck hyperextension.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</a:defRPr>
            </a:pPr>
            <a:r>
              <a:t>• Users cannot self-assess joint alignment or pelvic tilt while stretching.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</a:defRPr>
            </a:pPr>
            <a:r>
              <a:t>• Lack of posture feedback ingrains flawed biomechanical patterns into muscle memory.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1645920"/>
            <a:ext cx="32918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09160" y="1920240"/>
            <a:ext cx="2743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F59E0B"/>
                </a:solidFill>
              </a:defRPr>
            </a:pPr>
            <a:r>
              <a:t>2. Trainer Inaccessibility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</a:defRPr>
            </a:pPr>
            <a:r>
              <a:t>• Certified 1-on-1 yoga gurus are financially prohibitive ($50-$100/session) and time-inflexible.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</a:defRPr>
            </a:pPr>
            <a:r>
              <a:t>• Generic YouTube video tutorials offer zero interactive correction or holding feedback.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</a:defRPr>
            </a:pPr>
            <a:r>
              <a:t>• Over 70% of beginners abandon home yoga routines within 3 weeks due to lack of coaching.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60" y="1645920"/>
            <a:ext cx="32918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0" y="1920240"/>
            <a:ext cx="2743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0EA5E9"/>
                </a:solidFill>
              </a:defRPr>
            </a:pPr>
            <a:r>
              <a:t>3. Camera Privacy &amp; Cloud Lag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</a:defRPr>
            </a:pPr>
            <a:r>
              <a:t>• Cloud-based computer vision streams home camera feeds to remote servers, violating domestic privacy.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</a:defRPr>
            </a:pPr>
            <a:r>
              <a:t>• Network round-trip latency (300-500ms) causes choppy, frustrating feedback loops.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</a:defRPr>
            </a:pPr>
            <a:r>
              <a:t>• High computational cost makes cloud streaming commercially unsustainable.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YOGA AI • EXHIBITION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The Solution: End-to-End Client-Side AI Pipeline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21488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920240"/>
            <a:ext cx="457200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10B981"/>
                </a:solidFill>
              </a:defRPr>
            </a:pPr>
            <a:r>
              <a:t>1. MoveNet Lightning Tracking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</a:defRPr>
            </a:pPr>
            <a:r>
              <a:t>• Google MoveNet Lightning model extracts 17 skeletal landmarks per frame.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</a:defRPr>
            </a:pPr>
            <a:r>
              <a:t>• Runs at 30-60 FPS smoothly using WebGL hardware acceleration.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</a:defRPr>
            </a:pPr>
            <a:r>
              <a:t>• Precision confidence thresholding (&gt;0.25) eliminates jittery background noise.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645920"/>
            <a:ext cx="5120640" cy="21488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920240"/>
            <a:ext cx="457200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0EA5E9"/>
                </a:solidFill>
              </a:defRPr>
            </a:pPr>
            <a:r>
              <a:t>2. 100% Private On-Device AI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</a:defRPr>
            </a:pPr>
            <a:r>
              <a:t>• All neural network inference executes purely inside the client's browser.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</a:defRPr>
            </a:pPr>
            <a:r>
              <a:t>• Webcam video NEVER leaves the local machine — total domestic privacy.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</a:defRPr>
            </a:pPr>
            <a:r>
              <a:t>• Zero server latency and works completely offline without internet connectivity.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069080"/>
            <a:ext cx="5120640" cy="21488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343400"/>
            <a:ext cx="457200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A855F7"/>
                </a:solidFill>
              </a:defRPr>
            </a:pPr>
            <a:r>
              <a:t>3. Biomechanical Geometry Engine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</a:defRPr>
            </a:pPr>
            <a:r>
              <a:t>• Vector trigonometric calculations of joint angles (knees, hips, elbows, spine).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</a:defRPr>
            </a:pPr>
            <a:r>
              <a:t>• Center of gravity &amp; lateral sway velocity monitoring for balance tracking.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</a:defRPr>
            </a:pPr>
            <a:r>
              <a:t>• Temporal moving-average window to prevent sporadic frame flickers.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4069080"/>
            <a:ext cx="5120640" cy="21488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4343400"/>
            <a:ext cx="457200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F59E0B"/>
                </a:solidFill>
              </a:defRPr>
            </a:pPr>
            <a:r>
              <a:t>4. Multi-Layer Neural Classifier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</a:defRPr>
            </a:pPr>
            <a:r>
              <a:t>• Normalized 34-dimensional feature vector fed into custom TensorFlow.js DNN.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</a:defRPr>
            </a:pPr>
            <a:r>
              <a:t>• Real-time probability distribution matched against 7 classical asanas.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</a:defRPr>
            </a:pPr>
            <a:r>
              <a:t>• Seamless integration between neural classification and geometric validation.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YOGA AI • EXHIBITION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7 Biomechanical AI Superpowers: True Studio Intelligence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920240"/>
            <a:ext cx="45720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10B981"/>
                </a:solidFill>
              </a:defRPr>
            </a:pPr>
            <a:r>
              <a:t>Dynamic Kinetic Guidance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</a:defRPr>
            </a:pPr>
            <a:r>
              <a:t>• 🎙️ Real-Time Spoken Audio Coach: Hands-free vocal corrections (e.g. 'Raise right thigh higher!') via Web Speech Synthesis.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</a:defRPr>
            </a:pPr>
            <a:r>
              <a:t>• ⚖️ Stability &amp; Balance Score: Tracks center of gravity and lateral sway velocity to measure neuromuscular balance in real time.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</a:defRPr>
            </a:pPr>
            <a:r>
              <a:t>• 📐 Slope Symmetry &amp; Spinal Tilt: Analyzes shoulder and hip horizontal vectors to prevent pelvic skew and lateral spine bending.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</a:defRPr>
            </a:pPr>
            <a:r>
              <a:t>• 🛡️ Hyperextension Injury Prevention: Detects knee and elbow over-straightening (&gt;178°) and warns against joint lock-out.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645920"/>
            <a:ext cx="512064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920240"/>
            <a:ext cx="45720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0EA5E9"/>
                </a:solidFill>
              </a:defRPr>
            </a:pPr>
            <a:r>
              <a:t>Holistic Wellness &amp; Safety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</a:defRPr>
            </a:pPr>
            <a:r>
              <a:t>• 🫁 Pranayama Breathing Synchronization: 4-4-4 rhythm animated breathing orb dynamically aligns lung cycles with asana holding.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</a:defRPr>
            </a:pPr>
            <a:r>
              <a:t>• 📊 Automated Diagnostic Scorecard: 10-second auto-closing modal detailing Hold Time, Alignment Score, and biomechanical tips.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</a:defRPr>
            </a:pPr>
            <a:r>
              <a:t>• 🎯 Accuracy &amp; Noise Filtering: Exponential moving average filters camera noise for rock-solid, jitter-free joint tracking.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YOGA AI • EXHIBITION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Supported Asanas &amp; Progressive Difficulty Tiers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29184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920240"/>
            <a:ext cx="27432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10B981"/>
                </a:solidFill>
              </a:defRPr>
            </a:pPr>
            <a:r>
              <a:t>🟢 Beginner Tiers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</a:defRPr>
            </a:pPr>
            <a:r>
              <a:t>• 🐍 Cobra Pose (Bhujangasana): Floor-supported chest opener &amp; thoracic spine flexibility.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</a:defRPr>
            </a:pPr>
            <a:r>
              <a:t>• 🪑 Chair Pose (Utkatasana): Powerful thigh &amp; glute builder; knee bend alignment at 90°-140°.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</a:defRPr>
            </a:pPr>
            <a:r>
              <a:t>• Focus: Foundational posture grounding, spine awakening, and deep breathing.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1645920"/>
            <a:ext cx="329184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09160" y="1920240"/>
            <a:ext cx="27432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F59E0B"/>
                </a:solidFill>
              </a:defRPr>
            </a:pPr>
            <a:r>
              <a:t>🟡 Intermediate Tiers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</a:defRPr>
            </a:pPr>
            <a:r>
              <a:t>• 🌳 Tree Pose (Vrikshasana): Single-leg unipedal balance; hip abduction and pelvic leveling.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</a:defRPr>
            </a:pPr>
            <a:r>
              <a:t>• ⚔️ Warrior Pose (Virabhadrasana): Deep lunge stability, square hips, and horizontal arms.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</a:defRPr>
            </a:pPr>
            <a:r>
              <a:t>• 🐕 Downward Dog (Adho Mukha): Inversion stretch decompressing spine and lengthening hamstrings.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60" y="1645920"/>
            <a:ext cx="329184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0" y="1920240"/>
            <a:ext cx="27432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A855F7"/>
                </a:solidFill>
              </a:defRPr>
            </a:pPr>
            <a:r>
              <a:t>🔴 Advanced Tiers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</a:defRPr>
            </a:pPr>
            <a:r>
              <a:t>• 🤸 Shoulderstand (Sarvangasana): Full inverted shoulder stand; thyroid stimulation &amp; circulation.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</a:defRPr>
            </a:pPr>
            <a:r>
              <a:t>• 📐 Triangle Pose (Trikonasana): Compound lateral hamstring stretch &amp; core rotational stability.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</a:defRPr>
            </a:pPr>
            <a:r>
              <a:t>• Focus: Advanced neuromuscular balance, deep core stabilization, and inverted endurance.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YOGA AI • EXHIBITION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Modern Dark Studio Experience &amp; Heads-Up Display (HUD)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21488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920240"/>
            <a:ext cx="457200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0EA5E9"/>
                </a:solidFill>
              </a:defRPr>
            </a:pPr>
            <a:r>
              <a:t>Heads-Up Camera Overlay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</a:defRPr>
            </a:pPr>
            <a:r>
              <a:t>• Translucent glassmorphism pill floating directly on the live camera canvas.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</a:defRPr>
            </a:pPr>
            <a:r>
              <a:t>• Real-time FPS telemetry, Accuracy Percentage, and Stability gauge.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</a:defRPr>
            </a:pPr>
            <a:r>
              <a:t>• Live In-Frame Guidance Toast alerting user to angle adjustments.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645920"/>
            <a:ext cx="5120640" cy="21488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920240"/>
            <a:ext cx="457200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10B981"/>
                </a:solidFill>
              </a:defRPr>
            </a:pPr>
            <a:r>
              <a:t>Uncropped Reference Studio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</a:defRPr>
            </a:pPr>
            <a:r>
              <a:t>• Reference pose card maintains complete aspect ratio (object-fit: contain).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</a:defRPr>
            </a:pPr>
            <a:r>
              <a:t>• Users see full target body silhouette without any clipped limbs or cut-off heads.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</a:defRPr>
            </a:pPr>
            <a:r>
              <a:t>• Target angle guidelines visually explained next to the video feed.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069080"/>
            <a:ext cx="5120640" cy="21488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343400"/>
            <a:ext cx="457200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A855F7"/>
                </a:solidFill>
              </a:defRPr>
            </a:pPr>
            <a:r>
              <a:t>Safe Frame-Delta Timer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</a:defRPr>
            </a:pPr>
            <a:r>
              <a:t>• Precision performance timer using frame-delta timestamp accumulation.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</a:defRPr>
            </a:pPr>
            <a:r>
              <a:t>• Eliminated uninitialized Unix epoch subtraction bugs (no 1793358968s glitch).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</a:defRPr>
            </a:pPr>
            <a:r>
              <a:t>• Strict hold timer only advances when posture satisfies biomechanical criteria.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4069080"/>
            <a:ext cx="5120640" cy="21488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4343400"/>
            <a:ext cx="457200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F59E0B"/>
                </a:solidFill>
              </a:defRPr>
            </a:pPr>
            <a:r>
              <a:t>Full-Body Skeleton Rendering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</a:defRPr>
            </a:pPr>
            <a:r>
              <a:t>• 17-landmark interconnected bone lines rendered in bright emerald green.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</a:defRPr>
            </a:pPr>
            <a:r>
              <a:t>• Lower confidence fallback preserves connected limb structure during occlusion.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</a:defRPr>
            </a:pPr>
            <a:r>
              <a:t>• Joint highlight circles show exact pivot points for hips, knees, and shoulders.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YOGA AI • EXHIBITION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Tutorials Masterclass: Comprehensive Pose Academy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920240"/>
            <a:ext cx="45720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10B981"/>
                </a:solidFill>
              </a:defRPr>
            </a:pPr>
            <a:r>
              <a:t>Step-by-Step Pose Guides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</a:defRPr>
            </a:pPr>
            <a:r>
              <a:t>• Complete dedicated Academy page covering all 7 classical asanas.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</a:defRPr>
            </a:pPr>
            <a:r>
              <a:t>• Target anatomical focus badges (Balance, Core, Spine, Legs, Inversion).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</a:defRPr>
            </a:pPr>
            <a:r>
              <a:t>• Numbered phase-by-phase execution instructions from setup to release.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</a:defRPr>
            </a:pPr>
            <a:r>
              <a:t>• Breathing coordination advice (inhale during expansion, exhale during folds).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</a:defRPr>
            </a:pPr>
            <a:r>
              <a:t>• Common mistakes highlighted to protect vulnerable joints.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645920"/>
            <a:ext cx="512064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920240"/>
            <a:ext cx="45720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0EA5E9"/>
                </a:solidFill>
              </a:defRPr>
            </a:pPr>
            <a:r>
              <a:t>Camera Calibration &amp; Best Practices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</a:defRPr>
            </a:pPr>
            <a:r>
              <a:t>• Full-Body Framing: How to position webcam 6–8 feet away for full head-to-toe capture.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</a:defRPr>
            </a:pPr>
            <a:r>
              <a:t>• Optimal Studio Lighting: Ensuring front-facing ambient light without backlighting glare.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</a:defRPr>
            </a:pPr>
            <a:r>
              <a:t>• Clothing Guidance: Recommending form-fitting workout attire for crisp keypoint detection.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</a:defRPr>
            </a:pPr>
            <a:r>
              <a:t>• One-Click Direct Launch: 'Practice Now' buttons jump instantly into the live AI studio.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YOGA AI • EXHIBITION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Analytics, Progress Tracking &amp; Session Diagnostics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21488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920240"/>
            <a:ext cx="457200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10B981"/>
                </a:solidFill>
              </a:defRPr>
            </a:pPr>
            <a:r>
              <a:t>Pose Accuracy Bar Graph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</a:defRPr>
            </a:pPr>
            <a:r>
              <a:t>• Interactive horizontal comparison bars tracking accuracy % per asana.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</a:defRPr>
            </a:pPr>
            <a:r>
              <a:t>• Visual breakdown shows user's strongest postures and areas needing practice.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</a:defRPr>
            </a:pPr>
            <a:r>
              <a:t>• Color-coded thresholds (Emerald = Excellent, Amber = Good, Sky = Practice).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645920"/>
            <a:ext cx="5120640" cy="21488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920240"/>
            <a:ext cx="457200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0EA5E9"/>
                </a:solidFill>
              </a:defRPr>
            </a:pPr>
            <a:r>
              <a:t>Performance Trend SVG Line Chart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</a:defRPr>
            </a:pPr>
            <a:r>
              <a:t>• Historical accuracy timeline plotted over practice sessions.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</a:defRPr>
            </a:pPr>
            <a:r>
              <a:t>• Shows verifiable progress and stability improvement curves across days.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</a:defRPr>
            </a:pPr>
            <a:r>
              <a:t>• Smooth vector rendering directly in browser with interactive data points.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069080"/>
            <a:ext cx="5120640" cy="21488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343400"/>
            <a:ext cx="457200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A855F7"/>
                </a:solidFill>
              </a:defRPr>
            </a:pPr>
            <a:r>
              <a:t>Automated Diagnostic Scorecard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</a:defRPr>
            </a:pPr>
            <a:r>
              <a:t>• Displays immediately upon session completion or clicking Stop Pose.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</a:defRPr>
            </a:pPr>
            <a:r>
              <a:t>• 10-second auto-close timer with smart hover/click pause detection.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</a:defRPr>
            </a:pPr>
            <a:r>
              <a:t>• Detailed breakdown: Total Hold Duration, Biomechanical Score, and Tips.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</a:defRPr>
            </a:pPr>
            <a:r>
              <a:t>• Fully scrollable modal prevents overflow on smaller laptop screens.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4069080"/>
            <a:ext cx="5120640" cy="21488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4343400"/>
            <a:ext cx="457200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F59E0B"/>
                </a:solidFill>
              </a:defRPr>
            </a:pPr>
            <a:r>
              <a:t>Persistent Local Storage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</a:defRPr>
            </a:pPr>
            <a:r>
              <a:t>• Session history and personal best hold streaks stored securely in browser.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</a:defRPr>
            </a:pPr>
            <a:r>
              <a:t>• Zero server dependency: records persist across browser reloads without cloud DB.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</a:defRPr>
            </a:pPr>
            <a:r>
              <a:t>• Exportable summary stats for student practice logs and science exhibitions.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YOGA AI • EXHIBITION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Technical Stack &amp; Engineering Highlights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29184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920240"/>
            <a:ext cx="27432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10B981"/>
                </a:solidFill>
              </a:defRPr>
            </a:pPr>
            <a:r>
              <a:t>Frontend Architecture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</a:defRPr>
            </a:pPr>
            <a:r>
              <a:t>• React 18 Single-Page Application with React Router v6.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</a:defRPr>
            </a:pPr>
            <a:r>
              <a:t>• HTML5 Hardware-Accelerated 2D Canvas rendering engine.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</a:defRPr>
            </a:pPr>
            <a:r>
              <a:t>• Custom Dark Studio CSS styling with frosted glassmorphism.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</a:defRPr>
            </a:pPr>
            <a:r>
              <a:t>• Web Audio API &amp; Web Speech Synthesis API for hands-free audio.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1645920"/>
            <a:ext cx="329184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09160" y="1920240"/>
            <a:ext cx="27432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0EA5E9"/>
                </a:solidFill>
              </a:defRPr>
            </a:pPr>
            <a:r>
              <a:t>AI &amp; Computer Vision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</a:defRPr>
            </a:pPr>
            <a:r>
              <a:t>• Google MoveNet Lightning: Single-pose 17-keypoint detector.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</a:defRPr>
            </a:pPr>
            <a:r>
              <a:t>• TensorFlow.js WebGL backend achieving 45-60 FPS on standard laptops.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</a:defRPr>
            </a:pPr>
            <a:r>
              <a:t>• Custom Multi-Layer Neural Classifier for posture verification.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</a:defRPr>
            </a:pPr>
            <a:r>
              <a:t>• Geometric Vector Angle &amp; Slope Biomechanical calculation library.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60" y="1645920"/>
            <a:ext cx="329184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0" y="1920240"/>
            <a:ext cx="27432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A855F7"/>
                </a:solidFill>
              </a:defRPr>
            </a:pPr>
            <a:r>
              <a:t>Deployment &amp; Automation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</a:defRPr>
            </a:pPr>
            <a:r>
              <a:t>• One-Click Launcher scripts (start.bat / yoga.bat) for zero-config startup.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</a:defRPr>
            </a:pPr>
            <a:r>
              <a:t>• Instant Production Server with zero cloud hosting costs.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</a:defRPr>
            </a:pPr>
            <a:r>
              <a:t>• Robust Git version control synced to GitHub repository.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</a:defRPr>
            </a:pPr>
            <a:r>
              <a:t>• 100% Client-Side Privacy: zero personal camera data transmitted.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69848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10B981"/>
                </a:solidFill>
              </a:defRPr>
            </a:pPr>
            <a:r>
              <a:t>Thank You!</a:t>
            </a:r>
          </a:p>
          <a:p>
            <a:pPr>
              <a:spcBef>
                <a:spcPts val="1000"/>
              </a:spcBef>
              <a:defRPr sz="2200">
                <a:solidFill>
                  <a:srgbClr val="FFFFFF"/>
                </a:solidFill>
              </a:defRPr>
            </a:pPr>
            <a:r>
              <a:t>Yoga AI: Empowering Personal Wellness with Private On-Device Biomechanical AI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3017520"/>
            <a:ext cx="10698480" cy="32004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1600"/>
              </a:spcAft>
              <a:defRPr sz="2400" b="1">
                <a:solidFill>
                  <a:srgbClr val="0EA5E9"/>
                </a:solidFill>
              </a:defRPr>
            </a:pPr>
            <a:r>
              <a:t>Ready for Live Exhibition Demonstration!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FFFFFF"/>
                </a:solidFill>
              </a:rPr>
              <a:t>🚀 Live Web Application: </a:t>
            </a:r>
            <a:r>
              <a:rPr sz="1800" b="1" u="sng">
                <a:solidFill>
                  <a:srgbClr val="0EA5E9"/>
                </a:solidFill>
                <a:hlinkClick r:id="rId2"/>
              </a:rPr>
              <a:t>http://localhost:3000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FFFFFF"/>
                </a:solidFill>
              </a:rPr>
              <a:t>💻 GitHub Repository: </a:t>
            </a:r>
            <a:r>
              <a:rPr sz="1800" b="1" u="sng">
                <a:solidFill>
                  <a:srgbClr val="10B981"/>
                </a:solidFill>
                <a:hlinkClick r:id="rId3"/>
              </a:rPr>
              <a:t>https://github.com/bhargav-maker/yoga-ai</a:t>
            </a:r>
          </a:p>
          <a:p>
            <a:pPr>
              <a:spcBef>
                <a:spcPts val="600"/>
              </a:spcBef>
              <a:defRPr sz="1600">
                <a:solidFill>
                  <a:srgbClr val="94A3B8"/>
                </a:solidFill>
              </a:defRPr>
            </a:pPr>
            <a:r>
              <a:t>🏆 Open for Q&amp;A, Biomechanical Analysis Review, and Live Camera Trials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